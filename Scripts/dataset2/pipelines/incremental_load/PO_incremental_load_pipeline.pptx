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9" r:id="rId3"/>
    <p:sldId id="261"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9" autoAdjust="0"/>
    <p:restoredTop sz="94660"/>
  </p:normalViewPr>
  <p:slideViewPr>
    <p:cSldViewPr snapToGrid="0">
      <p:cViewPr varScale="1">
        <p:scale>
          <a:sx n="102" d="100"/>
          <a:sy n="102" d="100"/>
        </p:scale>
        <p:origin x="90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412DD-9A92-E240-B4B4-0898FA7F95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1F36217-06F1-3719-326A-1A07B22BA56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BB1DC86-0678-0CA4-AA36-3CBFEA17859D}"/>
              </a:ext>
            </a:extLst>
          </p:cNvPr>
          <p:cNvSpPr>
            <a:spLocks noGrp="1"/>
          </p:cNvSpPr>
          <p:nvPr>
            <p:ph type="dt" sz="half" idx="10"/>
          </p:nvPr>
        </p:nvSpPr>
        <p:spPr/>
        <p:txBody>
          <a:bodyPr/>
          <a:lstStyle/>
          <a:p>
            <a:fld id="{B7ECDF31-714C-4373-9A45-DA9B30534DFA}" type="datetimeFigureOut">
              <a:rPr lang="en-US" smtClean="0"/>
              <a:t>5/19/2026</a:t>
            </a:fld>
            <a:endParaRPr lang="en-US"/>
          </a:p>
        </p:txBody>
      </p:sp>
      <p:sp>
        <p:nvSpPr>
          <p:cNvPr id="5" name="Footer Placeholder 4">
            <a:extLst>
              <a:ext uri="{FF2B5EF4-FFF2-40B4-BE49-F238E27FC236}">
                <a16:creationId xmlns:a16="http://schemas.microsoft.com/office/drawing/2014/main" id="{2E132DFF-F2C2-34BA-A645-7206CB0500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FFADAE-56AC-EBA5-CDA0-8E3DB9546C09}"/>
              </a:ext>
            </a:extLst>
          </p:cNvPr>
          <p:cNvSpPr>
            <a:spLocks noGrp="1"/>
          </p:cNvSpPr>
          <p:nvPr>
            <p:ph type="sldNum" sz="quarter" idx="12"/>
          </p:nvPr>
        </p:nvSpPr>
        <p:spPr/>
        <p:txBody>
          <a:bodyPr/>
          <a:lstStyle/>
          <a:p>
            <a:fld id="{3214171B-6EE0-49B9-97F9-2ADCF318155B}" type="slidenum">
              <a:rPr lang="en-US" smtClean="0"/>
              <a:t>‹#›</a:t>
            </a:fld>
            <a:endParaRPr lang="en-US"/>
          </a:p>
        </p:txBody>
      </p:sp>
    </p:spTree>
    <p:extLst>
      <p:ext uri="{BB962C8B-B14F-4D97-AF65-F5344CB8AC3E}">
        <p14:creationId xmlns:p14="http://schemas.microsoft.com/office/powerpoint/2010/main" val="30741074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00A48-5FFD-60CF-C21E-DCA392B2B73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93FE04-BA08-9777-307D-8D2260E088C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812DA1-791A-A6B4-133B-D16772503B70}"/>
              </a:ext>
            </a:extLst>
          </p:cNvPr>
          <p:cNvSpPr>
            <a:spLocks noGrp="1"/>
          </p:cNvSpPr>
          <p:nvPr>
            <p:ph type="dt" sz="half" idx="10"/>
          </p:nvPr>
        </p:nvSpPr>
        <p:spPr/>
        <p:txBody>
          <a:bodyPr/>
          <a:lstStyle/>
          <a:p>
            <a:fld id="{B7ECDF31-714C-4373-9A45-DA9B30534DFA}" type="datetimeFigureOut">
              <a:rPr lang="en-US" smtClean="0"/>
              <a:t>5/19/2026</a:t>
            </a:fld>
            <a:endParaRPr lang="en-US"/>
          </a:p>
        </p:txBody>
      </p:sp>
      <p:sp>
        <p:nvSpPr>
          <p:cNvPr id="5" name="Footer Placeholder 4">
            <a:extLst>
              <a:ext uri="{FF2B5EF4-FFF2-40B4-BE49-F238E27FC236}">
                <a16:creationId xmlns:a16="http://schemas.microsoft.com/office/drawing/2014/main" id="{4A5D8E08-6952-5188-A806-35CA2772C9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395F84-ADE8-AC25-AFDD-2492C34E9587}"/>
              </a:ext>
            </a:extLst>
          </p:cNvPr>
          <p:cNvSpPr>
            <a:spLocks noGrp="1"/>
          </p:cNvSpPr>
          <p:nvPr>
            <p:ph type="sldNum" sz="quarter" idx="12"/>
          </p:nvPr>
        </p:nvSpPr>
        <p:spPr/>
        <p:txBody>
          <a:bodyPr/>
          <a:lstStyle/>
          <a:p>
            <a:fld id="{3214171B-6EE0-49B9-97F9-2ADCF318155B}" type="slidenum">
              <a:rPr lang="en-US" smtClean="0"/>
              <a:t>‹#›</a:t>
            </a:fld>
            <a:endParaRPr lang="en-US"/>
          </a:p>
        </p:txBody>
      </p:sp>
    </p:spTree>
    <p:extLst>
      <p:ext uri="{BB962C8B-B14F-4D97-AF65-F5344CB8AC3E}">
        <p14:creationId xmlns:p14="http://schemas.microsoft.com/office/powerpoint/2010/main" val="7692984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B3568-3E54-0369-5F3E-67CCE3784ED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CAC299E-5EE8-00C7-3429-C210E1BD89E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A7B9CC-E437-B47F-033F-FE912A056761}"/>
              </a:ext>
            </a:extLst>
          </p:cNvPr>
          <p:cNvSpPr>
            <a:spLocks noGrp="1"/>
          </p:cNvSpPr>
          <p:nvPr>
            <p:ph type="dt" sz="half" idx="10"/>
          </p:nvPr>
        </p:nvSpPr>
        <p:spPr/>
        <p:txBody>
          <a:bodyPr/>
          <a:lstStyle/>
          <a:p>
            <a:fld id="{B7ECDF31-714C-4373-9A45-DA9B30534DFA}" type="datetimeFigureOut">
              <a:rPr lang="en-US" smtClean="0"/>
              <a:t>5/19/2026</a:t>
            </a:fld>
            <a:endParaRPr lang="en-US"/>
          </a:p>
        </p:txBody>
      </p:sp>
      <p:sp>
        <p:nvSpPr>
          <p:cNvPr id="5" name="Footer Placeholder 4">
            <a:extLst>
              <a:ext uri="{FF2B5EF4-FFF2-40B4-BE49-F238E27FC236}">
                <a16:creationId xmlns:a16="http://schemas.microsoft.com/office/drawing/2014/main" id="{ECA7A60D-2D8F-B1D6-DF27-60E970204A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36269C-2902-18F9-8241-E0C58B40FEF8}"/>
              </a:ext>
            </a:extLst>
          </p:cNvPr>
          <p:cNvSpPr>
            <a:spLocks noGrp="1"/>
          </p:cNvSpPr>
          <p:nvPr>
            <p:ph type="sldNum" sz="quarter" idx="12"/>
          </p:nvPr>
        </p:nvSpPr>
        <p:spPr/>
        <p:txBody>
          <a:bodyPr/>
          <a:lstStyle/>
          <a:p>
            <a:fld id="{3214171B-6EE0-49B9-97F9-2ADCF318155B}" type="slidenum">
              <a:rPr lang="en-US" smtClean="0"/>
              <a:t>‹#›</a:t>
            </a:fld>
            <a:endParaRPr lang="en-US"/>
          </a:p>
        </p:txBody>
      </p:sp>
    </p:spTree>
    <p:extLst>
      <p:ext uri="{BB962C8B-B14F-4D97-AF65-F5344CB8AC3E}">
        <p14:creationId xmlns:p14="http://schemas.microsoft.com/office/powerpoint/2010/main" val="39546286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A2393-8408-83CD-FCF0-D3F00B1B85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CF8A90-FF1A-6E9C-1093-E018622C13D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4728FEA-0791-994F-BB3A-FBD369FE27B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A58EA2E-2EB5-5B89-2A0B-F19A94D9489A}"/>
              </a:ext>
            </a:extLst>
          </p:cNvPr>
          <p:cNvSpPr>
            <a:spLocks noGrp="1"/>
          </p:cNvSpPr>
          <p:nvPr>
            <p:ph type="dt" sz="half" idx="10"/>
          </p:nvPr>
        </p:nvSpPr>
        <p:spPr/>
        <p:txBody>
          <a:bodyPr/>
          <a:lstStyle/>
          <a:p>
            <a:fld id="{B7ECDF31-714C-4373-9A45-DA9B30534DFA}" type="datetimeFigureOut">
              <a:rPr lang="en-US" smtClean="0"/>
              <a:t>5/19/2026</a:t>
            </a:fld>
            <a:endParaRPr lang="en-US"/>
          </a:p>
        </p:txBody>
      </p:sp>
      <p:sp>
        <p:nvSpPr>
          <p:cNvPr id="6" name="Footer Placeholder 5">
            <a:extLst>
              <a:ext uri="{FF2B5EF4-FFF2-40B4-BE49-F238E27FC236}">
                <a16:creationId xmlns:a16="http://schemas.microsoft.com/office/drawing/2014/main" id="{4EB8742F-7B1E-7D1C-3CAD-C6612FF2A03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C81658-603C-CF24-901B-3E067DE9EF7D}"/>
              </a:ext>
            </a:extLst>
          </p:cNvPr>
          <p:cNvSpPr>
            <a:spLocks noGrp="1"/>
          </p:cNvSpPr>
          <p:nvPr>
            <p:ph type="sldNum" sz="quarter" idx="12"/>
          </p:nvPr>
        </p:nvSpPr>
        <p:spPr/>
        <p:txBody>
          <a:bodyPr/>
          <a:lstStyle/>
          <a:p>
            <a:fld id="{3214171B-6EE0-49B9-97F9-2ADCF318155B}" type="slidenum">
              <a:rPr lang="en-US" smtClean="0"/>
              <a:t>‹#›</a:t>
            </a:fld>
            <a:endParaRPr lang="en-US"/>
          </a:p>
        </p:txBody>
      </p:sp>
    </p:spTree>
    <p:extLst>
      <p:ext uri="{BB962C8B-B14F-4D97-AF65-F5344CB8AC3E}">
        <p14:creationId xmlns:p14="http://schemas.microsoft.com/office/powerpoint/2010/main" val="4036441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3B3E6-4C2E-F537-8986-584E8E9E35B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6889872-3129-8645-C228-6663F15E4A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9471F5C-D015-8C8B-692B-E51D28FF02D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0214CF0-85ED-56AA-38DC-343FEF3EF36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D3DBAEA-A9A1-33C5-C356-FEECF6C8862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7B35CC4-5ABA-8E9B-366B-D1FFBC7E7856}"/>
              </a:ext>
            </a:extLst>
          </p:cNvPr>
          <p:cNvSpPr>
            <a:spLocks noGrp="1"/>
          </p:cNvSpPr>
          <p:nvPr>
            <p:ph type="dt" sz="half" idx="10"/>
          </p:nvPr>
        </p:nvSpPr>
        <p:spPr/>
        <p:txBody>
          <a:bodyPr/>
          <a:lstStyle/>
          <a:p>
            <a:fld id="{B7ECDF31-714C-4373-9A45-DA9B30534DFA}" type="datetimeFigureOut">
              <a:rPr lang="en-US" smtClean="0"/>
              <a:t>5/19/2026</a:t>
            </a:fld>
            <a:endParaRPr lang="en-US"/>
          </a:p>
        </p:txBody>
      </p:sp>
      <p:sp>
        <p:nvSpPr>
          <p:cNvPr id="8" name="Footer Placeholder 7">
            <a:extLst>
              <a:ext uri="{FF2B5EF4-FFF2-40B4-BE49-F238E27FC236}">
                <a16:creationId xmlns:a16="http://schemas.microsoft.com/office/drawing/2014/main" id="{1D7E5F6E-0656-E868-B50A-BAFCCE364B1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EAF7F00-9939-6E41-B40B-FE5AACFB997A}"/>
              </a:ext>
            </a:extLst>
          </p:cNvPr>
          <p:cNvSpPr>
            <a:spLocks noGrp="1"/>
          </p:cNvSpPr>
          <p:nvPr>
            <p:ph type="sldNum" sz="quarter" idx="12"/>
          </p:nvPr>
        </p:nvSpPr>
        <p:spPr/>
        <p:txBody>
          <a:bodyPr/>
          <a:lstStyle/>
          <a:p>
            <a:fld id="{3214171B-6EE0-49B9-97F9-2ADCF318155B}" type="slidenum">
              <a:rPr lang="en-US" smtClean="0"/>
              <a:t>‹#›</a:t>
            </a:fld>
            <a:endParaRPr lang="en-US"/>
          </a:p>
        </p:txBody>
      </p:sp>
    </p:spTree>
    <p:extLst>
      <p:ext uri="{BB962C8B-B14F-4D97-AF65-F5344CB8AC3E}">
        <p14:creationId xmlns:p14="http://schemas.microsoft.com/office/powerpoint/2010/main" val="96193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45F0F-D02C-BF0D-E131-B58AF26C85B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82396C9-D861-4563-66B6-09AB7D8E4893}"/>
              </a:ext>
            </a:extLst>
          </p:cNvPr>
          <p:cNvSpPr>
            <a:spLocks noGrp="1"/>
          </p:cNvSpPr>
          <p:nvPr>
            <p:ph type="dt" sz="half" idx="10"/>
          </p:nvPr>
        </p:nvSpPr>
        <p:spPr/>
        <p:txBody>
          <a:bodyPr/>
          <a:lstStyle/>
          <a:p>
            <a:fld id="{B7ECDF31-714C-4373-9A45-DA9B30534DFA}" type="datetimeFigureOut">
              <a:rPr lang="en-US" smtClean="0"/>
              <a:t>5/19/2026</a:t>
            </a:fld>
            <a:endParaRPr lang="en-US"/>
          </a:p>
        </p:txBody>
      </p:sp>
      <p:sp>
        <p:nvSpPr>
          <p:cNvPr id="4" name="Footer Placeholder 3">
            <a:extLst>
              <a:ext uri="{FF2B5EF4-FFF2-40B4-BE49-F238E27FC236}">
                <a16:creationId xmlns:a16="http://schemas.microsoft.com/office/drawing/2014/main" id="{859C7BAF-AC33-0B78-FD88-69D706A34C6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B65EDD3-E27C-4E7C-F7C0-CB6648029B0C}"/>
              </a:ext>
            </a:extLst>
          </p:cNvPr>
          <p:cNvSpPr>
            <a:spLocks noGrp="1"/>
          </p:cNvSpPr>
          <p:nvPr>
            <p:ph type="sldNum" sz="quarter" idx="12"/>
          </p:nvPr>
        </p:nvSpPr>
        <p:spPr/>
        <p:txBody>
          <a:bodyPr/>
          <a:lstStyle/>
          <a:p>
            <a:fld id="{3214171B-6EE0-49B9-97F9-2ADCF318155B}" type="slidenum">
              <a:rPr lang="en-US" smtClean="0"/>
              <a:t>‹#›</a:t>
            </a:fld>
            <a:endParaRPr lang="en-US"/>
          </a:p>
        </p:txBody>
      </p:sp>
    </p:spTree>
    <p:extLst>
      <p:ext uri="{BB962C8B-B14F-4D97-AF65-F5344CB8AC3E}">
        <p14:creationId xmlns:p14="http://schemas.microsoft.com/office/powerpoint/2010/main" val="1066057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39747B-60DA-EB51-6D62-8C283BEB1198}"/>
              </a:ext>
            </a:extLst>
          </p:cNvPr>
          <p:cNvSpPr>
            <a:spLocks noGrp="1"/>
          </p:cNvSpPr>
          <p:nvPr>
            <p:ph type="dt" sz="half" idx="10"/>
          </p:nvPr>
        </p:nvSpPr>
        <p:spPr/>
        <p:txBody>
          <a:bodyPr/>
          <a:lstStyle/>
          <a:p>
            <a:fld id="{B7ECDF31-714C-4373-9A45-DA9B30534DFA}" type="datetimeFigureOut">
              <a:rPr lang="en-US" smtClean="0"/>
              <a:t>5/19/2026</a:t>
            </a:fld>
            <a:endParaRPr lang="en-US"/>
          </a:p>
        </p:txBody>
      </p:sp>
      <p:sp>
        <p:nvSpPr>
          <p:cNvPr id="3" name="Footer Placeholder 2">
            <a:extLst>
              <a:ext uri="{FF2B5EF4-FFF2-40B4-BE49-F238E27FC236}">
                <a16:creationId xmlns:a16="http://schemas.microsoft.com/office/drawing/2014/main" id="{12CC2D93-05D2-16BD-C249-219FD1C492D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A0721D0-43EE-1182-79F9-B3E89159B84C}"/>
              </a:ext>
            </a:extLst>
          </p:cNvPr>
          <p:cNvSpPr>
            <a:spLocks noGrp="1"/>
          </p:cNvSpPr>
          <p:nvPr>
            <p:ph type="sldNum" sz="quarter" idx="12"/>
          </p:nvPr>
        </p:nvSpPr>
        <p:spPr/>
        <p:txBody>
          <a:bodyPr/>
          <a:lstStyle/>
          <a:p>
            <a:fld id="{3214171B-6EE0-49B9-97F9-2ADCF318155B}" type="slidenum">
              <a:rPr lang="en-US" smtClean="0"/>
              <a:t>‹#›</a:t>
            </a:fld>
            <a:endParaRPr lang="en-US"/>
          </a:p>
        </p:txBody>
      </p:sp>
    </p:spTree>
    <p:extLst>
      <p:ext uri="{BB962C8B-B14F-4D97-AF65-F5344CB8AC3E}">
        <p14:creationId xmlns:p14="http://schemas.microsoft.com/office/powerpoint/2010/main" val="26708897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1A597-A429-6A1F-6EA8-A28F3F7957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359085B-BE60-EE5E-2DA2-E28625DEA7B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F7F8780-3A73-97B1-05F6-717A1440F2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B765B5-9FFB-0ADD-223E-5CC32467F149}"/>
              </a:ext>
            </a:extLst>
          </p:cNvPr>
          <p:cNvSpPr>
            <a:spLocks noGrp="1"/>
          </p:cNvSpPr>
          <p:nvPr>
            <p:ph type="dt" sz="half" idx="10"/>
          </p:nvPr>
        </p:nvSpPr>
        <p:spPr/>
        <p:txBody>
          <a:bodyPr/>
          <a:lstStyle/>
          <a:p>
            <a:fld id="{B7ECDF31-714C-4373-9A45-DA9B30534DFA}" type="datetimeFigureOut">
              <a:rPr lang="en-US" smtClean="0"/>
              <a:t>5/19/2026</a:t>
            </a:fld>
            <a:endParaRPr lang="en-US"/>
          </a:p>
        </p:txBody>
      </p:sp>
      <p:sp>
        <p:nvSpPr>
          <p:cNvPr id="6" name="Footer Placeholder 5">
            <a:extLst>
              <a:ext uri="{FF2B5EF4-FFF2-40B4-BE49-F238E27FC236}">
                <a16:creationId xmlns:a16="http://schemas.microsoft.com/office/drawing/2014/main" id="{71C214B4-53C3-6299-1997-5BC42D1DD4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44B14A-E2A2-6B5C-CC79-0BB4AC7FD2DF}"/>
              </a:ext>
            </a:extLst>
          </p:cNvPr>
          <p:cNvSpPr>
            <a:spLocks noGrp="1"/>
          </p:cNvSpPr>
          <p:nvPr>
            <p:ph type="sldNum" sz="quarter" idx="12"/>
          </p:nvPr>
        </p:nvSpPr>
        <p:spPr/>
        <p:txBody>
          <a:bodyPr/>
          <a:lstStyle/>
          <a:p>
            <a:fld id="{3214171B-6EE0-49B9-97F9-2ADCF318155B}" type="slidenum">
              <a:rPr lang="en-US" smtClean="0"/>
              <a:t>‹#›</a:t>
            </a:fld>
            <a:endParaRPr lang="en-US"/>
          </a:p>
        </p:txBody>
      </p:sp>
    </p:spTree>
    <p:extLst>
      <p:ext uri="{BB962C8B-B14F-4D97-AF65-F5344CB8AC3E}">
        <p14:creationId xmlns:p14="http://schemas.microsoft.com/office/powerpoint/2010/main" val="28578569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08967-DA37-5B48-C384-16D9FA1DB4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B4D3C3F-4F1F-8463-02FC-983899C6E93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3DD40E2-4310-7E01-C505-7FE1CD5FFF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140780-8046-44C3-2C19-7D46718297AF}"/>
              </a:ext>
            </a:extLst>
          </p:cNvPr>
          <p:cNvSpPr>
            <a:spLocks noGrp="1"/>
          </p:cNvSpPr>
          <p:nvPr>
            <p:ph type="dt" sz="half" idx="10"/>
          </p:nvPr>
        </p:nvSpPr>
        <p:spPr/>
        <p:txBody>
          <a:bodyPr/>
          <a:lstStyle/>
          <a:p>
            <a:fld id="{B7ECDF31-714C-4373-9A45-DA9B30534DFA}" type="datetimeFigureOut">
              <a:rPr lang="en-US" smtClean="0"/>
              <a:t>5/19/2026</a:t>
            </a:fld>
            <a:endParaRPr lang="en-US"/>
          </a:p>
        </p:txBody>
      </p:sp>
      <p:sp>
        <p:nvSpPr>
          <p:cNvPr id="6" name="Footer Placeholder 5">
            <a:extLst>
              <a:ext uri="{FF2B5EF4-FFF2-40B4-BE49-F238E27FC236}">
                <a16:creationId xmlns:a16="http://schemas.microsoft.com/office/drawing/2014/main" id="{8A49D302-43B5-C942-6D76-6F9BB42343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B9C10C0-290B-54C4-33A5-A23BDF64EE84}"/>
              </a:ext>
            </a:extLst>
          </p:cNvPr>
          <p:cNvSpPr>
            <a:spLocks noGrp="1"/>
          </p:cNvSpPr>
          <p:nvPr>
            <p:ph type="sldNum" sz="quarter" idx="12"/>
          </p:nvPr>
        </p:nvSpPr>
        <p:spPr/>
        <p:txBody>
          <a:bodyPr/>
          <a:lstStyle/>
          <a:p>
            <a:fld id="{3214171B-6EE0-49B9-97F9-2ADCF318155B}" type="slidenum">
              <a:rPr lang="en-US" smtClean="0"/>
              <a:t>‹#›</a:t>
            </a:fld>
            <a:endParaRPr lang="en-US"/>
          </a:p>
        </p:txBody>
      </p:sp>
    </p:spTree>
    <p:extLst>
      <p:ext uri="{BB962C8B-B14F-4D97-AF65-F5344CB8AC3E}">
        <p14:creationId xmlns:p14="http://schemas.microsoft.com/office/powerpoint/2010/main" val="3120656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17BB1-6416-2963-3DC5-9955A582DE5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CFD8966-1BC5-9D11-044C-7AA9F9990A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8ED656-B8F3-6938-BF83-D4554ACD56C7}"/>
              </a:ext>
            </a:extLst>
          </p:cNvPr>
          <p:cNvSpPr>
            <a:spLocks noGrp="1"/>
          </p:cNvSpPr>
          <p:nvPr>
            <p:ph type="dt" sz="half" idx="10"/>
          </p:nvPr>
        </p:nvSpPr>
        <p:spPr/>
        <p:txBody>
          <a:bodyPr/>
          <a:lstStyle/>
          <a:p>
            <a:fld id="{B7ECDF31-714C-4373-9A45-DA9B30534DFA}" type="datetimeFigureOut">
              <a:rPr lang="en-US" smtClean="0"/>
              <a:t>5/19/2026</a:t>
            </a:fld>
            <a:endParaRPr lang="en-US"/>
          </a:p>
        </p:txBody>
      </p:sp>
      <p:sp>
        <p:nvSpPr>
          <p:cNvPr id="5" name="Footer Placeholder 4">
            <a:extLst>
              <a:ext uri="{FF2B5EF4-FFF2-40B4-BE49-F238E27FC236}">
                <a16:creationId xmlns:a16="http://schemas.microsoft.com/office/drawing/2014/main" id="{D507ACF1-24A4-826D-A2D0-E63AD98C88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5A7FDB-0E75-CDCF-9BCF-DEFA0D6F1BF7}"/>
              </a:ext>
            </a:extLst>
          </p:cNvPr>
          <p:cNvSpPr>
            <a:spLocks noGrp="1"/>
          </p:cNvSpPr>
          <p:nvPr>
            <p:ph type="sldNum" sz="quarter" idx="12"/>
          </p:nvPr>
        </p:nvSpPr>
        <p:spPr/>
        <p:txBody>
          <a:bodyPr/>
          <a:lstStyle/>
          <a:p>
            <a:fld id="{3214171B-6EE0-49B9-97F9-2ADCF318155B}" type="slidenum">
              <a:rPr lang="en-US" smtClean="0"/>
              <a:t>‹#›</a:t>
            </a:fld>
            <a:endParaRPr lang="en-US"/>
          </a:p>
        </p:txBody>
      </p:sp>
    </p:spTree>
    <p:extLst>
      <p:ext uri="{BB962C8B-B14F-4D97-AF65-F5344CB8AC3E}">
        <p14:creationId xmlns:p14="http://schemas.microsoft.com/office/powerpoint/2010/main" val="39916871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3396FD-7940-DC40-144B-18C34067B56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9BA76CF-6AC6-7921-B4AC-EA083D70EED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46A464-4F8F-6BD8-76F3-C02F0539F085}"/>
              </a:ext>
            </a:extLst>
          </p:cNvPr>
          <p:cNvSpPr>
            <a:spLocks noGrp="1"/>
          </p:cNvSpPr>
          <p:nvPr>
            <p:ph type="dt" sz="half" idx="10"/>
          </p:nvPr>
        </p:nvSpPr>
        <p:spPr/>
        <p:txBody>
          <a:bodyPr/>
          <a:lstStyle/>
          <a:p>
            <a:fld id="{B7ECDF31-714C-4373-9A45-DA9B30534DFA}" type="datetimeFigureOut">
              <a:rPr lang="en-US" smtClean="0"/>
              <a:t>5/19/2026</a:t>
            </a:fld>
            <a:endParaRPr lang="en-US"/>
          </a:p>
        </p:txBody>
      </p:sp>
      <p:sp>
        <p:nvSpPr>
          <p:cNvPr id="5" name="Footer Placeholder 4">
            <a:extLst>
              <a:ext uri="{FF2B5EF4-FFF2-40B4-BE49-F238E27FC236}">
                <a16:creationId xmlns:a16="http://schemas.microsoft.com/office/drawing/2014/main" id="{161D3BB8-5D0A-B1ED-A658-88318B06C7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78DD80-339D-8A07-697F-140A1011A205}"/>
              </a:ext>
            </a:extLst>
          </p:cNvPr>
          <p:cNvSpPr>
            <a:spLocks noGrp="1"/>
          </p:cNvSpPr>
          <p:nvPr>
            <p:ph type="sldNum" sz="quarter" idx="12"/>
          </p:nvPr>
        </p:nvSpPr>
        <p:spPr/>
        <p:txBody>
          <a:bodyPr/>
          <a:lstStyle/>
          <a:p>
            <a:fld id="{3214171B-6EE0-49B9-97F9-2ADCF318155B}" type="slidenum">
              <a:rPr lang="en-US" smtClean="0"/>
              <a:t>‹#›</a:t>
            </a:fld>
            <a:endParaRPr lang="en-US"/>
          </a:p>
        </p:txBody>
      </p:sp>
    </p:spTree>
    <p:extLst>
      <p:ext uri="{BB962C8B-B14F-4D97-AF65-F5344CB8AC3E}">
        <p14:creationId xmlns:p14="http://schemas.microsoft.com/office/powerpoint/2010/main" val="36923786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27999F-5694-F371-657B-DDBEC2CE49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A5F3F5B-71FB-9FA1-0352-A297B24D62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0EC106-2E0D-2043-B6F8-B12C0C8CD3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7ECDF31-714C-4373-9A45-DA9B30534DFA}" type="datetimeFigureOut">
              <a:rPr lang="en-US" smtClean="0"/>
              <a:t>5/19/2026</a:t>
            </a:fld>
            <a:endParaRPr lang="en-US"/>
          </a:p>
        </p:txBody>
      </p:sp>
      <p:sp>
        <p:nvSpPr>
          <p:cNvPr id="5" name="Footer Placeholder 4">
            <a:extLst>
              <a:ext uri="{FF2B5EF4-FFF2-40B4-BE49-F238E27FC236}">
                <a16:creationId xmlns:a16="http://schemas.microsoft.com/office/drawing/2014/main" id="{679CBF1F-F5DD-363D-7617-B3AB5D8EBF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DD23871-37F2-EEA7-5D2E-7133253C42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214171B-6EE0-49B9-97F9-2ADCF318155B}" type="slidenum">
              <a:rPr lang="en-US" smtClean="0"/>
              <a:t>‹#›</a:t>
            </a:fld>
            <a:endParaRPr lang="en-US"/>
          </a:p>
        </p:txBody>
      </p:sp>
    </p:spTree>
    <p:extLst>
      <p:ext uri="{BB962C8B-B14F-4D97-AF65-F5344CB8AC3E}">
        <p14:creationId xmlns:p14="http://schemas.microsoft.com/office/powerpoint/2010/main" val="25349478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B1C66F7-2FC5-7EA6-456E-B4B6181D0DF6}"/>
              </a:ext>
            </a:extLst>
          </p:cNvPr>
          <p:cNvSpPr/>
          <p:nvPr/>
        </p:nvSpPr>
        <p:spPr>
          <a:xfrm>
            <a:off x="347180" y="117967"/>
            <a:ext cx="11653142" cy="830997"/>
          </a:xfrm>
          <a:prstGeom prst="rect">
            <a:avLst/>
          </a:prstGeom>
          <a:noFill/>
        </p:spPr>
        <p:txBody>
          <a:bodyPr wrap="square" lIns="91440" tIns="45720" rIns="91440" bIns="45720">
            <a:spAutoFit/>
          </a:bodyPr>
          <a:lstStyle/>
          <a:p>
            <a:pPr algn="ctr"/>
            <a:r>
              <a:rPr lang="en-US" sz="1600" b="0" cap="none" spc="0" dirty="0">
                <a:ln w="0"/>
                <a:solidFill>
                  <a:schemeClr val="tx1"/>
                </a:solidFill>
                <a:effectLst>
                  <a:outerShdw blurRad="38100" dist="19050" dir="2700000" algn="tl" rotWithShape="0">
                    <a:schemeClr val="dk1">
                      <a:alpha val="40000"/>
                    </a:schemeClr>
                  </a:outerShdw>
                </a:effectLst>
              </a:rPr>
              <a:t>The </a:t>
            </a:r>
            <a:r>
              <a:rPr lang="en-US" sz="1600" dirty="0">
                <a:ln w="0"/>
                <a:effectLst>
                  <a:outerShdw blurRad="38100" dist="19050" dir="2700000" algn="tl" rotWithShape="0">
                    <a:schemeClr val="dk1">
                      <a:alpha val="40000"/>
                    </a:schemeClr>
                  </a:outerShdw>
                </a:effectLst>
              </a:rPr>
              <a:t>purpose of the incremental load is to load the data in an incremental mode into the bronze layer and after that process the data using spark notebook and load it incrementally into the silver layer. This pipeline is scheduled once a day. The pipeline handles both inserted rows and updated rows (SCD type2)</a:t>
            </a:r>
          </a:p>
        </p:txBody>
      </p:sp>
      <p:sp>
        <p:nvSpPr>
          <p:cNvPr id="5" name="Rectangle 4">
            <a:extLst>
              <a:ext uri="{FF2B5EF4-FFF2-40B4-BE49-F238E27FC236}">
                <a16:creationId xmlns:a16="http://schemas.microsoft.com/office/drawing/2014/main" id="{0AC911A0-6671-C30A-E7DF-F2DD125849E6}"/>
              </a:ext>
            </a:extLst>
          </p:cNvPr>
          <p:cNvSpPr/>
          <p:nvPr/>
        </p:nvSpPr>
        <p:spPr>
          <a:xfrm>
            <a:off x="462012" y="2736550"/>
            <a:ext cx="4729213" cy="3170099"/>
          </a:xfrm>
          <a:prstGeom prst="rect">
            <a:avLst/>
          </a:prstGeom>
          <a:noFill/>
        </p:spPr>
        <p:txBody>
          <a:bodyPr wrap="square" lIns="91440" tIns="45720" rIns="91440" bIns="45720">
            <a:spAutoFit/>
          </a:bodyPr>
          <a:lstStyle/>
          <a:p>
            <a:r>
              <a:rPr lang="en-US" sz="2000" b="0" cap="none" spc="0" dirty="0">
                <a:ln w="0"/>
                <a:solidFill>
                  <a:schemeClr val="tx1"/>
                </a:solidFill>
                <a:effectLst>
                  <a:outerShdw blurRad="38100" dist="19050" dir="2700000" algn="tl" rotWithShape="0">
                    <a:schemeClr val="dk1">
                      <a:alpha val="40000"/>
                    </a:schemeClr>
                  </a:outerShdw>
                </a:effectLst>
              </a:rPr>
              <a:t>Copy activity settings</a:t>
            </a:r>
          </a:p>
          <a:p>
            <a:endParaRPr lang="en-US" sz="2000" b="0" cap="none" spc="0" dirty="0">
              <a:ln w="0"/>
              <a:solidFill>
                <a:schemeClr val="tx1"/>
              </a:solidFill>
              <a:effectLst>
                <a:outerShdw blurRad="38100" dist="19050" dir="2700000" algn="tl" rotWithShape="0">
                  <a:schemeClr val="dk1">
                    <a:alpha val="40000"/>
                  </a:schemeClr>
                </a:outerShdw>
              </a:effectLst>
            </a:endParaRPr>
          </a:p>
          <a:p>
            <a:r>
              <a:rPr lang="en-US" sz="2000" b="0" cap="none" spc="0" dirty="0">
                <a:ln w="0"/>
                <a:solidFill>
                  <a:schemeClr val="tx1"/>
                </a:solidFill>
                <a:effectLst>
                  <a:outerShdw blurRad="38100" dist="19050" dir="2700000" algn="tl" rotWithShape="0">
                    <a:schemeClr val="dk1">
                      <a:alpha val="40000"/>
                    </a:schemeClr>
                  </a:outerShdw>
                </a:effectLst>
              </a:rPr>
              <a:t>- it overwrites the data in the staging layer</a:t>
            </a:r>
          </a:p>
          <a:p>
            <a:endParaRPr lang="en-US" sz="2000" dirty="0">
              <a:ln w="0"/>
              <a:effectLst>
                <a:outerShdw blurRad="38100" dist="19050" dir="2700000" algn="tl" rotWithShape="0">
                  <a:schemeClr val="dk1">
                    <a:alpha val="40000"/>
                  </a:schemeClr>
                </a:outerShdw>
              </a:effectLst>
            </a:endParaRPr>
          </a:p>
          <a:p>
            <a:r>
              <a:rPr lang="en-US" sz="2000" b="0" cap="none" spc="0" dirty="0">
                <a:ln w="0"/>
                <a:solidFill>
                  <a:schemeClr val="tx1"/>
                </a:solidFill>
                <a:effectLst>
                  <a:outerShdw blurRad="38100" dist="19050" dir="2700000" algn="tl" rotWithShape="0">
                    <a:schemeClr val="dk1">
                      <a:alpha val="40000"/>
                    </a:schemeClr>
                  </a:outerShdw>
                </a:effectLst>
              </a:rPr>
              <a:t>Source: on premise SQL server table</a:t>
            </a:r>
            <a:r>
              <a:rPr lang="en-US" sz="2000" dirty="0">
                <a:ln w="0"/>
                <a:effectLst>
                  <a:outerShdw blurRad="38100" dist="19050" dir="2700000" algn="tl" rotWithShape="0">
                    <a:schemeClr val="dk1">
                      <a:alpha val="40000"/>
                    </a:schemeClr>
                  </a:outerShdw>
                </a:effectLst>
              </a:rPr>
              <a:t>. The full table is read without any data enrichment (snapshot)</a:t>
            </a:r>
          </a:p>
          <a:p>
            <a:endParaRPr lang="en-US" sz="2000" dirty="0">
              <a:ln w="0"/>
              <a:effectLst>
                <a:outerShdw blurRad="38100" dist="19050" dir="2700000" algn="tl" rotWithShape="0">
                  <a:schemeClr val="dk1">
                    <a:alpha val="40000"/>
                  </a:schemeClr>
                </a:outerShdw>
              </a:effectLst>
            </a:endParaRPr>
          </a:p>
          <a:p>
            <a:r>
              <a:rPr lang="en-US" sz="2000" b="0" cap="none" spc="0" dirty="0">
                <a:ln w="0"/>
                <a:solidFill>
                  <a:schemeClr val="tx1"/>
                </a:solidFill>
                <a:effectLst>
                  <a:outerShdw blurRad="38100" dist="19050" dir="2700000" algn="tl" rotWithShape="0">
                    <a:schemeClr val="dk1">
                      <a:alpha val="40000"/>
                    </a:schemeClr>
                  </a:outerShdw>
                </a:effectLst>
              </a:rPr>
              <a:t>Destination: delta table in the </a:t>
            </a:r>
            <a:r>
              <a:rPr lang="en-US" sz="2000" b="0" cap="none" spc="0" dirty="0" err="1">
                <a:ln w="0"/>
                <a:solidFill>
                  <a:schemeClr val="tx1"/>
                </a:solidFill>
                <a:effectLst>
                  <a:outerShdw blurRad="38100" dist="19050" dir="2700000" algn="tl" rotWithShape="0">
                    <a:schemeClr val="dk1">
                      <a:alpha val="40000"/>
                    </a:schemeClr>
                  </a:outerShdw>
                </a:effectLst>
              </a:rPr>
              <a:t>lakehouse</a:t>
            </a:r>
            <a:r>
              <a:rPr lang="en-US" sz="2000" b="0" cap="none" spc="0" dirty="0">
                <a:ln w="0"/>
                <a:solidFill>
                  <a:schemeClr val="tx1"/>
                </a:solidFill>
                <a:effectLst>
                  <a:outerShdw blurRad="38100" dist="19050" dir="2700000" algn="tl" rotWithShape="0">
                    <a:schemeClr val="dk1">
                      <a:alpha val="40000"/>
                    </a:schemeClr>
                  </a:outerShdw>
                </a:effectLst>
              </a:rPr>
              <a:t> staging layer. </a:t>
            </a:r>
            <a:r>
              <a:rPr lang="en-US" sz="2000" dirty="0">
                <a:ln w="0"/>
                <a:effectLst>
                  <a:outerShdw blurRad="38100" dist="19050" dir="2700000" algn="tl" rotWithShape="0">
                    <a:schemeClr val="dk1">
                      <a:alpha val="40000"/>
                    </a:schemeClr>
                  </a:outerShdw>
                </a:effectLst>
              </a:rPr>
              <a:t>Overwrite mode</a:t>
            </a:r>
            <a:endParaRPr lang="en-US" sz="2000" b="0" cap="none" spc="0" dirty="0">
              <a:ln w="0"/>
              <a:solidFill>
                <a:schemeClr val="tx1"/>
              </a:solidFill>
              <a:effectLst>
                <a:outerShdw blurRad="38100" dist="19050" dir="2700000" algn="tl" rotWithShape="0">
                  <a:schemeClr val="dk1">
                    <a:alpha val="40000"/>
                  </a:schemeClr>
                </a:outerShdw>
              </a:effectLst>
            </a:endParaRPr>
          </a:p>
        </p:txBody>
      </p:sp>
      <p:pic>
        <p:nvPicPr>
          <p:cNvPr id="6" name="Picture 5">
            <a:extLst>
              <a:ext uri="{FF2B5EF4-FFF2-40B4-BE49-F238E27FC236}">
                <a16:creationId xmlns:a16="http://schemas.microsoft.com/office/drawing/2014/main" id="{71F402BA-E85B-47FE-665F-5B6AC7138CDB}"/>
              </a:ext>
            </a:extLst>
          </p:cNvPr>
          <p:cNvPicPr>
            <a:picLocks noChangeAspect="1"/>
          </p:cNvPicPr>
          <p:nvPr/>
        </p:nvPicPr>
        <p:blipFill>
          <a:blip r:embed="rId2"/>
          <a:stretch>
            <a:fillRect/>
          </a:stretch>
        </p:blipFill>
        <p:spPr>
          <a:xfrm>
            <a:off x="6686074" y="2418853"/>
            <a:ext cx="4615260" cy="2082993"/>
          </a:xfrm>
          <a:prstGeom prst="rect">
            <a:avLst/>
          </a:prstGeom>
          <a:ln>
            <a:noFill/>
          </a:ln>
          <a:effectLst>
            <a:outerShdw blurRad="292100" dist="139700" dir="2700000" algn="tl" rotWithShape="0">
              <a:srgbClr val="333333">
                <a:alpha val="65000"/>
              </a:srgbClr>
            </a:outerShdw>
          </a:effectLst>
        </p:spPr>
      </p:pic>
      <p:pic>
        <p:nvPicPr>
          <p:cNvPr id="9" name="Picture 8">
            <a:extLst>
              <a:ext uri="{FF2B5EF4-FFF2-40B4-BE49-F238E27FC236}">
                <a16:creationId xmlns:a16="http://schemas.microsoft.com/office/drawing/2014/main" id="{56DE90E3-5152-091B-EB69-BDDB2A063081}"/>
              </a:ext>
            </a:extLst>
          </p:cNvPr>
          <p:cNvPicPr>
            <a:picLocks noChangeAspect="1"/>
          </p:cNvPicPr>
          <p:nvPr/>
        </p:nvPicPr>
        <p:blipFill>
          <a:blip r:embed="rId3"/>
          <a:stretch>
            <a:fillRect/>
          </a:stretch>
        </p:blipFill>
        <p:spPr>
          <a:xfrm>
            <a:off x="6673024" y="4684030"/>
            <a:ext cx="4628310" cy="1867283"/>
          </a:xfrm>
          <a:prstGeom prst="rect">
            <a:avLst/>
          </a:prstGeom>
          <a:ln>
            <a:noFill/>
          </a:ln>
          <a:effectLst>
            <a:outerShdw blurRad="292100" dist="139700" dir="2700000" algn="tl" rotWithShape="0">
              <a:srgbClr val="333333">
                <a:alpha val="65000"/>
              </a:srgbClr>
            </a:outerShdw>
          </a:effectLst>
        </p:spPr>
      </p:pic>
      <p:pic>
        <p:nvPicPr>
          <p:cNvPr id="13" name="Picture 12">
            <a:extLst>
              <a:ext uri="{FF2B5EF4-FFF2-40B4-BE49-F238E27FC236}">
                <a16:creationId xmlns:a16="http://schemas.microsoft.com/office/drawing/2014/main" id="{43677E69-78B2-06BE-CCC4-BE437B399C1D}"/>
              </a:ext>
            </a:extLst>
          </p:cNvPr>
          <p:cNvPicPr>
            <a:picLocks noChangeAspect="1"/>
          </p:cNvPicPr>
          <p:nvPr/>
        </p:nvPicPr>
        <p:blipFill>
          <a:blip r:embed="rId4"/>
          <a:srcRect t="7444" b="15419"/>
          <a:stretch>
            <a:fillRect/>
          </a:stretch>
        </p:blipFill>
        <p:spPr>
          <a:xfrm>
            <a:off x="2053379" y="978988"/>
            <a:ext cx="7802440" cy="122500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7515387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0F7E6-8D16-09E7-F56D-1D98001665B6}"/>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D44B3552-CDEB-5CEA-3EEA-EAD3FBBC5D98}"/>
              </a:ext>
            </a:extLst>
          </p:cNvPr>
          <p:cNvSpPr/>
          <p:nvPr/>
        </p:nvSpPr>
        <p:spPr>
          <a:xfrm>
            <a:off x="280573" y="235352"/>
            <a:ext cx="6619848" cy="5632311"/>
          </a:xfrm>
          <a:prstGeom prst="rect">
            <a:avLst/>
          </a:prstGeom>
          <a:noFill/>
        </p:spPr>
        <p:txBody>
          <a:bodyPr wrap="square" lIns="91440" tIns="45720" rIns="91440" bIns="45720">
            <a:spAutoFit/>
          </a:bodyPr>
          <a:lstStyle/>
          <a:p>
            <a:r>
              <a:rPr lang="en-US" sz="2000" b="0" cap="none" spc="0" dirty="0">
                <a:ln w="0"/>
                <a:solidFill>
                  <a:schemeClr val="tx1"/>
                </a:solidFill>
                <a:effectLst>
                  <a:outerShdw blurRad="38100" dist="19050" dir="2700000" algn="tl" rotWithShape="0">
                    <a:schemeClr val="dk1">
                      <a:alpha val="40000"/>
                    </a:schemeClr>
                  </a:outerShdw>
                </a:effectLst>
              </a:rPr>
              <a:t>First notebook</a:t>
            </a:r>
          </a:p>
          <a:p>
            <a:endParaRPr lang="en-US" sz="2000" dirty="0">
              <a:ln w="0"/>
              <a:effectLst>
                <a:outerShdw blurRad="38100" dist="19050" dir="2700000" algn="tl" rotWithShape="0">
                  <a:schemeClr val="dk1">
                    <a:alpha val="40000"/>
                  </a:schemeClr>
                </a:outerShdw>
              </a:effectLst>
            </a:endParaRPr>
          </a:p>
          <a:p>
            <a:r>
              <a:rPr lang="en-US" sz="2000" b="0" cap="none" spc="0" dirty="0">
                <a:ln w="0"/>
                <a:solidFill>
                  <a:schemeClr val="tx1"/>
                </a:solidFill>
                <a:effectLst>
                  <a:outerShdw blurRad="38100" dist="19050" dir="2700000" algn="tl" rotWithShape="0">
                    <a:schemeClr val="dk1">
                      <a:alpha val="40000"/>
                    </a:schemeClr>
                  </a:outerShdw>
                </a:effectLst>
              </a:rPr>
              <a:t>- it invokes the notebook </a:t>
            </a:r>
            <a:r>
              <a:rPr lang="en-US" sz="2000" dirty="0" err="1">
                <a:ln w="0"/>
                <a:effectLst>
                  <a:outerShdw blurRad="38100" dist="19050" dir="2700000" algn="tl" rotWithShape="0">
                    <a:schemeClr val="dk1">
                      <a:alpha val="40000"/>
                    </a:schemeClr>
                  </a:outerShdw>
                </a:effectLst>
              </a:rPr>
              <a:t>PO_bronze_incremental_load</a:t>
            </a:r>
            <a:r>
              <a:rPr lang="en-US" sz="2000" dirty="0">
                <a:ln w="0"/>
                <a:effectLst>
                  <a:outerShdw blurRad="38100" dist="19050" dir="2700000" algn="tl" rotWithShape="0">
                    <a:schemeClr val="dk1">
                      <a:alpha val="40000"/>
                    </a:schemeClr>
                  </a:outerShdw>
                </a:effectLst>
              </a:rPr>
              <a:t> which compares the staging layer with the bronze layer (using join operations) and it extracts:</a:t>
            </a:r>
          </a:p>
          <a:p>
            <a:pPr marL="342900" indent="-342900">
              <a:buFontTx/>
              <a:buChar char="-"/>
            </a:pPr>
            <a:r>
              <a:rPr lang="en-US" sz="2000" dirty="0">
                <a:ln w="0"/>
                <a:effectLst>
                  <a:outerShdw blurRad="38100" dist="19050" dir="2700000" algn="tl" rotWithShape="0">
                    <a:schemeClr val="dk1">
                      <a:alpha val="40000"/>
                    </a:schemeClr>
                  </a:outerShdw>
                </a:effectLst>
              </a:rPr>
              <a:t>The new inserted rows</a:t>
            </a:r>
          </a:p>
          <a:p>
            <a:pPr marL="342900" indent="-342900">
              <a:buFontTx/>
              <a:buChar char="-"/>
            </a:pPr>
            <a:r>
              <a:rPr lang="en-US" sz="2000" dirty="0">
                <a:ln w="0"/>
                <a:effectLst>
                  <a:outerShdw blurRad="38100" dist="19050" dir="2700000" algn="tl" rotWithShape="0">
                    <a:schemeClr val="dk1">
                      <a:alpha val="40000"/>
                    </a:schemeClr>
                  </a:outerShdw>
                </a:effectLst>
              </a:rPr>
              <a:t>The updated rows</a:t>
            </a:r>
          </a:p>
          <a:p>
            <a:endParaRPr lang="en-US" sz="2000" dirty="0">
              <a:ln w="0"/>
              <a:effectLst>
                <a:outerShdw blurRad="38100" dist="19050" dir="2700000" algn="tl" rotWithShape="0">
                  <a:schemeClr val="dk1">
                    <a:alpha val="40000"/>
                  </a:schemeClr>
                </a:outerShdw>
              </a:effectLst>
            </a:endParaRPr>
          </a:p>
          <a:p>
            <a:r>
              <a:rPr lang="en-US" sz="2000" dirty="0">
                <a:ln w="0"/>
                <a:effectLst>
                  <a:outerShdw blurRad="38100" dist="19050" dir="2700000" algn="tl" rotWithShape="0">
                    <a:schemeClr val="dk1">
                      <a:alpha val="40000"/>
                    </a:schemeClr>
                  </a:outerShdw>
                </a:effectLst>
              </a:rPr>
              <a:t>For the new inserted rows: it appends those rows to the bronze layer table</a:t>
            </a:r>
          </a:p>
          <a:p>
            <a:endParaRPr lang="en-US" sz="2000" dirty="0">
              <a:ln w="0"/>
              <a:effectLst>
                <a:outerShdw blurRad="38100" dist="19050" dir="2700000" algn="tl" rotWithShape="0">
                  <a:schemeClr val="dk1">
                    <a:alpha val="40000"/>
                  </a:schemeClr>
                </a:outerShdw>
              </a:effectLst>
            </a:endParaRPr>
          </a:p>
          <a:p>
            <a:r>
              <a:rPr lang="en-US" sz="2000" dirty="0">
                <a:ln w="0"/>
                <a:effectLst>
                  <a:outerShdw blurRad="38100" dist="19050" dir="2700000" algn="tl" rotWithShape="0">
                    <a:schemeClr val="dk1">
                      <a:alpha val="40000"/>
                    </a:schemeClr>
                  </a:outerShdw>
                </a:effectLst>
              </a:rPr>
              <a:t>For the updated rows it does two operations:</a:t>
            </a:r>
          </a:p>
          <a:p>
            <a:pPr marL="342900" indent="-342900">
              <a:buFontTx/>
              <a:buChar char="-"/>
            </a:pPr>
            <a:r>
              <a:rPr lang="en-US" sz="2000" dirty="0">
                <a:ln w="0"/>
                <a:effectLst>
                  <a:outerShdw blurRad="38100" dist="19050" dir="2700000" algn="tl" rotWithShape="0">
                    <a:schemeClr val="dk1">
                      <a:alpha val="40000"/>
                    </a:schemeClr>
                  </a:outerShdw>
                </a:effectLst>
              </a:rPr>
              <a:t>Append those rows to the bronze layer table while setting the valid from to the current timestamp and valid to as Null (last version of the rows)</a:t>
            </a:r>
          </a:p>
          <a:p>
            <a:pPr marL="342900" indent="-342900">
              <a:buFontTx/>
              <a:buChar char="-"/>
            </a:pPr>
            <a:r>
              <a:rPr lang="en-US" sz="2000" dirty="0">
                <a:ln w="0"/>
                <a:effectLst>
                  <a:outerShdw blurRad="38100" dist="19050" dir="2700000" algn="tl" rotWithShape="0">
                    <a:schemeClr val="dk1">
                      <a:alpha val="40000"/>
                    </a:schemeClr>
                  </a:outerShdw>
                </a:effectLst>
              </a:rPr>
              <a:t>For the old records of those rows, it updates the valid to as the current timestamp (invalid rows)</a:t>
            </a:r>
          </a:p>
          <a:p>
            <a:endParaRPr lang="en-US" sz="20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4345681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1CD7DD1-A8DB-FEF3-CC59-2EEB86D79B24}"/>
              </a:ext>
            </a:extLst>
          </p:cNvPr>
          <p:cNvSpPr/>
          <p:nvPr/>
        </p:nvSpPr>
        <p:spPr>
          <a:xfrm>
            <a:off x="403122" y="527583"/>
            <a:ext cx="6619848" cy="2554545"/>
          </a:xfrm>
          <a:prstGeom prst="rect">
            <a:avLst/>
          </a:prstGeom>
          <a:noFill/>
        </p:spPr>
        <p:txBody>
          <a:bodyPr wrap="square" lIns="91440" tIns="45720" rIns="91440" bIns="45720">
            <a:spAutoFit/>
          </a:bodyPr>
          <a:lstStyle/>
          <a:p>
            <a:r>
              <a:rPr lang="en-US" sz="2000" b="0" cap="none" spc="0" dirty="0">
                <a:ln w="0"/>
                <a:solidFill>
                  <a:schemeClr val="tx1"/>
                </a:solidFill>
                <a:effectLst>
                  <a:outerShdw blurRad="38100" dist="19050" dir="2700000" algn="tl" rotWithShape="0">
                    <a:schemeClr val="dk1">
                      <a:alpha val="40000"/>
                    </a:schemeClr>
                  </a:outerShdw>
                </a:effectLst>
              </a:rPr>
              <a:t>Second notebook</a:t>
            </a:r>
          </a:p>
          <a:p>
            <a:endParaRPr lang="en-US" sz="2000" dirty="0">
              <a:ln w="0"/>
              <a:effectLst>
                <a:outerShdw blurRad="38100" dist="19050" dir="2700000" algn="tl" rotWithShape="0">
                  <a:schemeClr val="dk1">
                    <a:alpha val="40000"/>
                  </a:schemeClr>
                </a:outerShdw>
              </a:effectLst>
            </a:endParaRPr>
          </a:p>
          <a:p>
            <a:r>
              <a:rPr lang="en-US" sz="2000" b="0" cap="none" spc="0" dirty="0">
                <a:ln w="0"/>
                <a:solidFill>
                  <a:schemeClr val="tx1"/>
                </a:solidFill>
                <a:effectLst>
                  <a:outerShdw blurRad="38100" dist="19050" dir="2700000" algn="tl" rotWithShape="0">
                    <a:schemeClr val="dk1">
                      <a:alpha val="40000"/>
                    </a:schemeClr>
                  </a:outerShdw>
                </a:effectLst>
              </a:rPr>
              <a:t>it invokes the notebook </a:t>
            </a:r>
            <a:r>
              <a:rPr lang="en-US" sz="2000" dirty="0" err="1">
                <a:ln w="0"/>
                <a:effectLst>
                  <a:outerShdw blurRad="38100" dist="19050" dir="2700000" algn="tl" rotWithShape="0">
                    <a:schemeClr val="dk1">
                      <a:alpha val="40000"/>
                    </a:schemeClr>
                  </a:outerShdw>
                </a:effectLst>
              </a:rPr>
              <a:t>PO_silver_incremental_load</a:t>
            </a:r>
            <a:r>
              <a:rPr lang="en-US" sz="2000" dirty="0">
                <a:ln w="0"/>
                <a:effectLst>
                  <a:outerShdw blurRad="38100" dist="19050" dir="2700000" algn="tl" rotWithShape="0">
                    <a:schemeClr val="dk1">
                      <a:alpha val="40000"/>
                    </a:schemeClr>
                  </a:outerShdw>
                </a:effectLst>
              </a:rPr>
              <a:t> which </a:t>
            </a:r>
          </a:p>
          <a:p>
            <a:pPr marL="342900" indent="-342900">
              <a:buFontTx/>
              <a:buChar char="-"/>
            </a:pPr>
            <a:r>
              <a:rPr lang="en-US" sz="2000" dirty="0">
                <a:ln w="0"/>
                <a:effectLst>
                  <a:outerShdw blurRad="38100" dist="19050" dir="2700000" algn="tl" rotWithShape="0">
                    <a:schemeClr val="dk1">
                      <a:alpha val="40000"/>
                    </a:schemeClr>
                  </a:outerShdw>
                </a:effectLst>
              </a:rPr>
              <a:t>reads the full data from the bronze layer, </a:t>
            </a:r>
          </a:p>
          <a:p>
            <a:pPr marL="342900" indent="-342900">
              <a:buFontTx/>
              <a:buChar char="-"/>
            </a:pPr>
            <a:r>
              <a:rPr lang="en-US" sz="2000" dirty="0">
                <a:ln w="0"/>
                <a:effectLst>
                  <a:outerShdw blurRad="38100" dist="19050" dir="2700000" algn="tl" rotWithShape="0">
                    <a:schemeClr val="dk1">
                      <a:alpha val="40000"/>
                    </a:schemeClr>
                  </a:outerShdw>
                </a:effectLst>
              </a:rPr>
              <a:t>apply all the necessary transformations</a:t>
            </a:r>
          </a:p>
          <a:p>
            <a:pPr marL="342900" indent="-342900">
              <a:buFontTx/>
              <a:buChar char="-"/>
            </a:pPr>
            <a:r>
              <a:rPr lang="en-US" sz="2000" dirty="0">
                <a:ln w="0"/>
                <a:effectLst>
                  <a:outerShdw blurRad="38100" dist="19050" dir="2700000" algn="tl" rotWithShape="0">
                    <a:schemeClr val="dk1">
                      <a:alpha val="40000"/>
                    </a:schemeClr>
                  </a:outerShdw>
                </a:effectLst>
              </a:rPr>
              <a:t>Created a temporary view for the transformed data</a:t>
            </a:r>
          </a:p>
          <a:p>
            <a:pPr marL="342900" indent="-342900">
              <a:buFontTx/>
              <a:buChar char="-"/>
            </a:pPr>
            <a:r>
              <a:rPr lang="en-US" sz="2000" dirty="0">
                <a:ln w="0"/>
                <a:effectLst>
                  <a:outerShdw blurRad="38100" dist="19050" dir="2700000" algn="tl" rotWithShape="0">
                    <a:schemeClr val="dk1">
                      <a:alpha val="40000"/>
                    </a:schemeClr>
                  </a:outerShdw>
                </a:effectLst>
              </a:rPr>
              <a:t>Merge this view to the table in the silver layer (to insert the new rows and update the updated ones)</a:t>
            </a:r>
          </a:p>
        </p:txBody>
      </p:sp>
    </p:spTree>
    <p:extLst>
      <p:ext uri="{BB962C8B-B14F-4D97-AF65-F5344CB8AC3E}">
        <p14:creationId xmlns:p14="http://schemas.microsoft.com/office/powerpoint/2010/main" val="41766493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TotalTime>
  <Words>273</Words>
  <Application>Microsoft Office PowerPoint</Application>
  <PresentationFormat>Widescreen</PresentationFormat>
  <Paragraphs>26</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Aptos Display</vt:lpstr>
      <vt:lpstr>Arial</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Eyad Elnagdy</dc:creator>
  <cp:lastModifiedBy>Eyad Elnagdy</cp:lastModifiedBy>
  <cp:revision>7</cp:revision>
  <dcterms:created xsi:type="dcterms:W3CDTF">2026-05-18T12:41:45Z</dcterms:created>
  <dcterms:modified xsi:type="dcterms:W3CDTF">2026-05-19T12:00:03Z</dcterms:modified>
</cp:coreProperties>
</file>